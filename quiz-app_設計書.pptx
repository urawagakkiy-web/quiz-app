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quiz-app の設計書。対象は本アプリを引き継いで改修する開発者。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全10問・4択・3ファイル・外部依存ゼロが設計の前提。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index.html に style 要素や script 要素を直接書き足さない方針。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②→③は同じ画面上での追記。③→②は index を1つ進めて再描画する。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問題数を変えても表示・判定が追従するのは、この配列の長さを参照しているため。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毎回 getElementById を書かずに済ませるため、モジュール先頭で取得している。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画面の切り替えは、各関数が main.innerHTML を書き換え、直後にイベントを貼り直す形。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進捗バーは回答した時点で1問ぶん進む。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テーマ色を変えるときは :root の4行だけを触れば済む設計。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5問から10問に増やしたときも、判定ロジックは無修正で済んだ。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この4点は quiz-app/CLAUDE.md にも同じ内容が書かれている。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拡張する場合も、問題数のハードコード禁止と :root への色集約は維持する。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1828800"/>
            <a:ext cx="3200400" cy="3200400"/>
          </a:xfrm>
          <a:prstGeom prst="ellipse">
            <a:avLst/>
          </a:prstGeom>
          <a:solidFill>
            <a:srgbClr val="16224A"/>
          </a:solidFill>
          <a:ln w="381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18288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15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44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 計 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860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quiz-app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566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一般常識クイズアプリ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 ／ CSS ／ JavaScript　外部ライブラリなしの3ファイル構成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4709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対象読者：このアプリを引き継いで改修する開発者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2026年9月20日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アプリ概要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どんなアプリで、何を満たすことを目的にしているか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5138"/>
            <a:ext cx="5943600" cy="4693615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0976" y="1928835"/>
            <a:ext cx="52120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このアプリは何か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0976" y="2576231"/>
            <a:ext cx="420624" cy="420624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257623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" y="3504164"/>
            <a:ext cx="420624" cy="420624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" y="35041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0976" y="4432097"/>
            <a:ext cx="420624" cy="420624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" y="443209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5360030"/>
            <a:ext cx="420624" cy="420624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50976" y="5360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2522281"/>
            <a:ext cx="4663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一般常識の4択クイズを出題する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867558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ことわざ・地理・理科・社会・経済から全10問。ブラウザだけで完結する。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499616" y="3450214"/>
            <a:ext cx="4663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1問ごとに正誤と解説を返す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3795492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回答すると選択肢が固定され、正解に○・誤答に×と解説を表示する。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378147"/>
            <a:ext cx="4663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最後に合計スコアを表示する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4723425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「10問中◯問正解」と正答率、全問の振り返り、再挑戦ボタンを出す。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499616" y="5306080"/>
            <a:ext cx="4663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環境構築なしで動かせる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99616" y="5651358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ライブラリもビルド作業も不要。index.html を開けばそのまま動作する。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1605138"/>
            <a:ext cx="2240280" cy="2265883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0" y="1950415"/>
            <a:ext cx="22402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pPr algn="ctr"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問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007827"/>
            <a:ext cx="224028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45168" y="1605138"/>
            <a:ext cx="2240280" cy="2265883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45168" y="1950415"/>
            <a:ext cx="22402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択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3007827"/>
            <a:ext cx="224028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4032870"/>
            <a:ext cx="2240280" cy="2265883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0" y="4378147"/>
            <a:ext cx="22402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endParaRPr lang="en-US" sz="4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5435559"/>
            <a:ext cx="224028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345168" y="4032870"/>
            <a:ext cx="2240280" cy="2265883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345168" y="4378147"/>
            <a:ext cx="22402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pPr algn="ctr" indent="0" marL="0">
              <a:buNone/>
            </a:pPr>
            <a:endParaRPr lang="en-US" sz="46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5435559"/>
            <a:ext cx="224028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外部依存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ファイル構成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役割ごとに3ファイルへ分割。index.html から相対パスで読み込む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5138"/>
            <a:ext cx="3538728" cy="4747565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4302618"/>
            <a:ext cx="3017520" cy="1618488"/>
          </a:xfrm>
          <a:prstGeom prst="roundRect">
            <a:avLst>
              <a:gd name="adj" fmla="val 3390"/>
            </a:avLst>
          </a:prstGeom>
          <a:solidFill>
            <a:srgbClr val="1622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4486046"/>
            <a:ext cx="2743200" cy="1402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class="progress"&gt;&lt;/div&gt;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id="main"&gt;&lt;/main&gt;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href="style.css"&gt;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src="script.js"&gt;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6968" y="1961205"/>
            <a:ext cx="658368" cy="65836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1961205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82496" y="1982785"/>
            <a:ext cx="22860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index.html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82496" y="2360432"/>
            <a:ext cx="22860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画面の骨組み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007827"/>
            <a:ext cx="2834640" cy="307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ヘッダー（タイトル・進捗表示）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進捗バーの枠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中身を差し替える #main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/ JS の読み込み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5138"/>
            <a:ext cx="3538728" cy="4747565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4302618"/>
            <a:ext cx="3017520" cy="1618488"/>
          </a:xfrm>
          <a:prstGeom prst="roundRect">
            <a:avLst>
              <a:gd name="adj" fmla="val 3390"/>
            </a:avLst>
          </a:prstGeom>
          <a:solidFill>
            <a:srgbClr val="162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4486046"/>
            <a:ext cx="2743200" cy="1402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--accent: #1A56DB;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--correct: #1B8A5A;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1205"/>
            <a:ext cx="658368" cy="658368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1961205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58968" y="1982785"/>
            <a:ext cx="22860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style.css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2360432"/>
            <a:ext cx="22860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見た目とテーマ色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3007827"/>
            <a:ext cx="2834640" cy="307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テーマ色は :root に集約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選択肢・ボタンの装飾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正誤フィードバックの配色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スマホ幅でのレイアウト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19872" y="1605138"/>
            <a:ext cx="3538728" cy="4747565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75904" y="4302618"/>
            <a:ext cx="3017520" cy="1618488"/>
          </a:xfrm>
          <a:prstGeom prst="roundRect">
            <a:avLst>
              <a:gd name="adj" fmla="val 3390"/>
            </a:avLst>
          </a:prstGeom>
          <a:solidFill>
            <a:srgbClr val="1622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31352" y="4486046"/>
            <a:ext cx="2743200" cy="1402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QUIZ = [ ... ];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renderQuestion()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select(selected)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finish()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39912" y="1961205"/>
            <a:ext cx="658368" cy="658368"/>
          </a:xfrm>
          <a:prstGeom prst="ellipse">
            <a:avLst/>
          </a:prstGeom>
          <a:solidFill>
            <a:srgbClr val="C844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39912" y="1961205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1982785"/>
            <a:ext cx="22860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script.js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360432"/>
            <a:ext cx="22860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データとロジック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3007827"/>
            <a:ext cx="2834640" cy="307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問題データ QUIZ（全10問）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進行状態 index / score / results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画面を描画する関数群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正誤判定と採点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画面構成と画面遷移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ルーターは持たず、各関数が #main の中身を丸ごと差し替える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66987"/>
            <a:ext cx="2542032" cy="3236976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6735"/>
            <a:ext cx="457200" cy="4572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67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84130"/>
            <a:ext cx="20574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スタート画面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1777"/>
            <a:ext cx="20574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renderStart()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39424"/>
            <a:ext cx="2057400" cy="129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「全10問・4択」の案内とスタートボタン。進行状態をすべて初期化する。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061777"/>
            <a:ext cx="34747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6432" y="1766987"/>
            <a:ext cx="2542032" cy="3236976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12464" y="2036735"/>
            <a:ext cx="457200" cy="4572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12464" y="20367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2684130"/>
            <a:ext cx="20574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問題画面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3061777"/>
            <a:ext cx="20574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renderQuestion()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712464" y="3439424"/>
            <a:ext cx="2057400" cy="129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QUIZ[index] から問題文と4つの選択肢ボタンを描画する。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4" y="3061777"/>
            <a:ext cx="34747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45936" y="1766987"/>
            <a:ext cx="2542032" cy="3236976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01968" y="2036735"/>
            <a:ext cx="457200" cy="4572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01968" y="20367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684130"/>
            <a:ext cx="20574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判定・解説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3061777"/>
            <a:ext cx="20574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439424"/>
            <a:ext cx="2057400" cy="129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正誤を判定し、○×と解説、「次の問題へ」ボタンを追加する。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3061777"/>
            <a:ext cx="34747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35440" y="1766987"/>
            <a:ext cx="2542032" cy="3236976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91472" y="2036735"/>
            <a:ext cx="457200" cy="4572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91472" y="20367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2684130"/>
            <a:ext cx="20574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結果画面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491472" y="3061777"/>
            <a:ext cx="20574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finish()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3439424"/>
            <a:ext cx="2057400" cy="129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合計スコア・正答率・全問の振り返り・再挑戦ボタンを表示する。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5273711"/>
            <a:ext cx="11057839" cy="1078992"/>
          </a:xfrm>
          <a:prstGeom prst="roundRect">
            <a:avLst>
              <a:gd name="adj" fmla="val 6780"/>
            </a:avLst>
          </a:prstGeom>
          <a:solidFill>
            <a:srgbClr val="E8F0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6968" y="5543459"/>
            <a:ext cx="457200" cy="4572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86968" y="55434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↺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481328" y="5543459"/>
            <a:ext cx="987552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「もう一度挑戦する」を押すと ④ → ① に戻る。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renderStart() が index / score / results を初期値へ戻すため、前回のスコアは残らない。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データ設計：QUIZ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問題データはこの配列1か所に集約する。追加・削除しても他は修正不要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5138"/>
            <a:ext cx="5623560" cy="4747565"/>
          </a:xfrm>
          <a:prstGeom prst="roundRect">
            <a:avLst>
              <a:gd name="adj" fmla="val 1541"/>
            </a:avLst>
          </a:prstGeom>
          <a:solidFill>
            <a:srgbClr val="16224A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928835"/>
            <a:ext cx="5029200" cy="4100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QUIZ = [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q: '問題文',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choices: ['選択肢A', '選択肢B',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'選択肢C', '選択肢D'],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answer: 0,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note: '解説文'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全10問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問題を増減しても、表示・進捗・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採点は QUIZ.length から算出する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ため、他の箇所は無修正で済む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0" y="1605138"/>
            <a:ext cx="5074920" cy="4747565"/>
          </a:xfrm>
          <a:prstGeom prst="roundRect">
            <a:avLst>
              <a:gd name="adj" fmla="val 1541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928835"/>
          <a:ext cx="46177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2606040"/>
              </a:tblGrid>
              <a:tr h="366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プロパティ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6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文字列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問題文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choices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配列（4件）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選択肢。配列の順に A / B / C / D として表示する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数値 0〜3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正解の選択肢の添字。2 なら3番目（C）が正解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文字列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解説文。回答後のフィードバックに表示する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766560" y="5057912"/>
            <a:ext cx="461772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すべての選択肢は4件・answer は 0〜3 の範囲であることが前提。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5435559"/>
            <a:ext cx="461772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正解の位置は A/B/C/D に分散させる（現状 3/2/3/2）。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状態管理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進行状況を持つ3つの変数と、起動時に取得するDOM参照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5138"/>
            <a:ext cx="3538728" cy="2104034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96466"/>
            <a:ext cx="20116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670048" y="1961205"/>
            <a:ext cx="11887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初期値 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331"/>
            <a:ext cx="283464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何問目を表示しているか（0始まり）。画面の「第◯問」は index + 1。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05138"/>
            <a:ext cx="3538728" cy="2104034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90872" y="1896466"/>
            <a:ext cx="20116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1205"/>
            <a:ext cx="11887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初期値 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468331"/>
            <a:ext cx="283464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これまでの正解数。結果画面の合計スコアになる。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1605138"/>
            <a:ext cx="3538728" cy="2104034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67344" y="1896466"/>
            <a:ext cx="20116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222992" y="1961205"/>
            <a:ext cx="11887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初期値 [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2468331"/>
            <a:ext cx="283464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各問の正誤を true / false で順に記録する配列。振り返り一覧に使う。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32870"/>
            <a:ext cx="11057839" cy="971093"/>
          </a:xfrm>
          <a:prstGeom prst="roundRect">
            <a:avLst>
              <a:gd name="adj" fmla="val 7533"/>
            </a:avLst>
          </a:prstGeom>
          <a:solidFill>
            <a:srgbClr val="E8F0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2688" y="4194719"/>
            <a:ext cx="1033272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この3つは renderStart() で初期値へ戻る。これが「もう一度挑戦する」のリセット処理そのもの。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273711"/>
            <a:ext cx="45720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起動時に1度だけ取得するDOM参照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565038"/>
            <a:ext cx="269748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9808" y="5672938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5953476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中身を差し替える領域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56432" y="5565038"/>
            <a:ext cx="269748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639312" y="5672938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39312" y="5953476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ヘッダー下の進捗文言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45936" y="5565038"/>
            <a:ext cx="269748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28816" y="5672938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5953476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進捗バーの外枠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35440" y="5565038"/>
            <a:ext cx="269748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418320" y="5672938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progressBar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5953476"/>
            <a:ext cx="23774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進捗バーの中身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関数一覧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script.js が持つ6つの関数と、それぞれの呼び出し元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4467027"/>
          </a:xfrm>
          <a:prstGeom prst="roundRect">
            <a:avLst>
              <a:gd name="adj" fmla="val 163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896466"/>
          <a:ext cx="10509199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008376"/>
              </a:tblGrid>
              <a:tr h="453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呼び出し元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6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renderStart()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スタート画面を描画し、進行状態を初期化する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48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起動時 ／ 再挑戦ボタン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renderQuestion()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現在の問題文と4つの選択肢ボタンを描画する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48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スタート ／ 次の問題へ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select(selected)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正誤を判定し、○×・解説・次へボタンを表示する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48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選択肢ボタンのクリック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finish()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合計スコア・正答率・振り返り一覧を描画する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48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最終問題の「結果を見る」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grade(rate)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正答率に応じた成績コメントの文字列を返す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48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finish()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setProgress(ratio)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0〜1の割合を % に変換し進捗バーの幅を更新する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48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各描画関数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41248" y="5716097"/>
            <a:ext cx="10509199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画面の切り替えはすべて main.innerHTML の差し替え。描画のたびに、ボタンへイベントを貼り直している。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処理シーケンス：回答したとき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選択肢をクリックしてから次の画面に移るまで（select 関数の中身）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80667"/>
            <a:ext cx="5394960" cy="1402690"/>
          </a:xfrm>
          <a:prstGeom prst="roundRect">
            <a:avLst>
              <a:gd name="adj" fmla="val 521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8314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583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939625"/>
            <a:ext cx="42062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押された選択肢の番号を受け取る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360432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ボタンの data-i 属性から 0〜3 の添字を取得する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80667"/>
            <a:ext cx="5394960" cy="1402690"/>
          </a:xfrm>
          <a:prstGeom prst="roundRect">
            <a:avLst>
              <a:gd name="adj" fmla="val 521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2058314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20583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96328" y="1939625"/>
            <a:ext cx="42062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正誤を判定する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2360432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QUIZ[index].answer と一致するかを比較する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20735"/>
            <a:ext cx="5394960" cy="1402690"/>
          </a:xfrm>
          <a:prstGeom prst="roundRect">
            <a:avLst>
              <a:gd name="adj" fmla="val 521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98382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69838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3579693"/>
            <a:ext cx="42062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スコアと履歴を更新する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27048" y="4000500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正解なら score を +1、results に true / false を追加する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320735"/>
            <a:ext cx="5394960" cy="1402690"/>
          </a:xfrm>
          <a:prstGeom prst="roundRect">
            <a:avLst>
              <a:gd name="adj" fmla="val 521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698382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69838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3579693"/>
            <a:ext cx="42062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選択肢を固定し記号を付ける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4000500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全選択肢を無効化し、正解に○・選んだ誤答に×（色だけに頼らない）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960803"/>
            <a:ext cx="5394960" cy="1402690"/>
          </a:xfrm>
          <a:prstGeom prst="roundRect">
            <a:avLst>
              <a:gd name="adj" fmla="val 521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338450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3384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27048" y="5219761"/>
            <a:ext cx="42062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解説を表示する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27048" y="5640568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不正解のときは正解の選択肢名も併記して note を出す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4960803"/>
            <a:ext cx="5394960" cy="1402690"/>
          </a:xfrm>
          <a:prstGeom prst="roundRect">
            <a:avLst>
              <a:gd name="adj" fmla="val 521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5338450"/>
            <a:ext cx="502920" cy="502920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10528" y="53384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96328" y="5219761"/>
            <a:ext cx="42062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次へ進む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96328" y="5640568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最終問題なら finish()、そうでなければ index を1つ進めて再描画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UI・デザイン仕様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テーマ色は style.css の :root だけで決まる。個々のセレクタに色を直書きしない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45720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カラートークン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1205"/>
            <a:ext cx="6583680" cy="668975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79894"/>
            <a:ext cx="365760" cy="431597"/>
          </a:xfrm>
          <a:prstGeom prst="roundRect">
            <a:avLst>
              <a:gd name="adj" fmla="val 15000"/>
            </a:avLst>
          </a:prstGeom>
          <a:solidFill>
            <a:srgbClr val="1A56DB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52728" y="2144634"/>
            <a:ext cx="20116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64408" y="2144634"/>
            <a:ext cx="12801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#1A56DB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144634"/>
            <a:ext cx="2377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ボタン・進捗バー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94920"/>
            <a:ext cx="6583680" cy="668975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13609"/>
            <a:ext cx="365760" cy="431597"/>
          </a:xfrm>
          <a:prstGeom prst="roundRect">
            <a:avLst>
              <a:gd name="adj" fmla="val 15000"/>
            </a:avLst>
          </a:prstGeom>
          <a:solidFill>
            <a:srgbClr val="123F9E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52728" y="2878348"/>
            <a:ext cx="20116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--accent-dark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64408" y="2878348"/>
            <a:ext cx="12801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#123F9E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878348"/>
            <a:ext cx="2377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ホバー／押下時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28634"/>
            <a:ext cx="6583680" cy="668975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547323"/>
            <a:ext cx="365760" cy="431597"/>
          </a:xfrm>
          <a:prstGeom prst="roundRect">
            <a:avLst>
              <a:gd name="adj" fmla="val 15000"/>
            </a:avLst>
          </a:prstGeom>
          <a:solidFill>
            <a:srgbClr val="B9CDF7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2728" y="3612063"/>
            <a:ext cx="20116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--accent-border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64408" y="3612063"/>
            <a:ext cx="12801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#B9CDF7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3612063"/>
            <a:ext cx="2377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選択肢の枠線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162349"/>
            <a:ext cx="6583680" cy="668975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281038"/>
            <a:ext cx="365760" cy="431597"/>
          </a:xfrm>
          <a:prstGeom prst="roundRect">
            <a:avLst>
              <a:gd name="adj" fmla="val 15000"/>
            </a:avLst>
          </a:prstGeom>
          <a:solidFill>
            <a:srgbClr val="E8F0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2728" y="4345777"/>
            <a:ext cx="20116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--accent-weak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64408" y="4345777"/>
            <a:ext cx="12801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#E8F0FF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4345777"/>
            <a:ext cx="2377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ホバーの背景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896063"/>
            <a:ext cx="6583680" cy="668975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14752"/>
            <a:ext cx="365760" cy="431597"/>
          </a:xfrm>
          <a:prstGeom prst="roundRect">
            <a:avLst>
              <a:gd name="adj" fmla="val 15000"/>
            </a:avLst>
          </a:prstGeom>
          <a:solidFill>
            <a:srgbClr val="1B8A5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52728" y="5079492"/>
            <a:ext cx="20116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--correct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264408" y="5079492"/>
            <a:ext cx="12801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#1B8A5A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5079492"/>
            <a:ext cx="2377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正解の表示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629778"/>
            <a:ext cx="6583680" cy="668975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5748467"/>
            <a:ext cx="365760" cy="431597"/>
          </a:xfrm>
          <a:prstGeom prst="roundRect">
            <a:avLst>
              <a:gd name="adj" fmla="val 15000"/>
            </a:avLst>
          </a:prstGeom>
          <a:solidFill>
            <a:srgbClr val="C8443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52728" y="5813207"/>
            <a:ext cx="20116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--wrong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264408" y="5813207"/>
            <a:ext cx="12801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#C8443C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90288" y="5813207"/>
            <a:ext cx="23774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不正解の表示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52360" y="157276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726680" y="1723827"/>
            <a:ext cx="36576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タイポグラフィ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2058314"/>
            <a:ext cx="365760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問題文 1.15rem 太字／選択肢・本文 1rem／補足 0.85〜0.95rem。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52360" y="2781239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726680" y="2932298"/>
            <a:ext cx="36576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3266785"/>
            <a:ext cx="365760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横幅は最大 640px の1カラム。スマホ幅でも横スクロールが出ない。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452360" y="3989710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7726680" y="4140769"/>
            <a:ext cx="36576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アクセシビリティ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726680" y="4475256"/>
            <a:ext cx="365760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正誤は色だけでなく ○ × の記号でも示す。ボタンは最低52pxの高さを確保。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52360" y="5198181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726680" y="5349240"/>
            <a:ext cx="36576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操作の一貫性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7726680" y="5683728"/>
            <a:ext cx="365760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選択肢は回答後に無効化し、押し直しでスコアが二重に増えないようにする。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採点と成績判定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判定は「得点の固定値」ではなく「正答率」で行う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457200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正答率ごとの成績コメント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36735"/>
            <a:ext cx="685800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09373"/>
            <a:ext cx="1234440" cy="431597"/>
          </a:xfrm>
          <a:prstGeom prst="roundRect">
            <a:avLst>
              <a:gd name="adj" fmla="val 12712"/>
            </a:avLst>
          </a:prstGeom>
          <a:solidFill>
            <a:srgbClr val="1B8A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09373"/>
            <a:ext cx="12344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167128" y="2252533"/>
            <a:ext cx="5029200" cy="36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全問正解！文句なしの常識力です。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899928"/>
            <a:ext cx="685800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72567"/>
            <a:ext cx="1234440" cy="431597"/>
          </a:xfrm>
          <a:prstGeom prst="roundRect">
            <a:avLst>
              <a:gd name="adj" fmla="val 12712"/>
            </a:avLst>
          </a:prstGeom>
          <a:solidFill>
            <a:srgbClr val="1A56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72567"/>
            <a:ext cx="12344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80% 以上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67128" y="3115727"/>
            <a:ext cx="5029200" cy="36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かなりの高得点。あと少しで満点です。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763122"/>
            <a:ext cx="685800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935760"/>
            <a:ext cx="1234440" cy="431597"/>
          </a:xfrm>
          <a:prstGeom prst="roundRect">
            <a:avLst>
              <a:gd name="adj" fmla="val 12712"/>
            </a:avLst>
          </a:prstGeom>
          <a:solidFill>
            <a:srgbClr val="1A56D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935760"/>
            <a:ext cx="12344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60% 以上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67128" y="3978920"/>
            <a:ext cx="5029200" cy="36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合格ライン。取りこぼした問題を解説で確認しましょう。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626315"/>
            <a:ext cx="685800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798954"/>
            <a:ext cx="1234440" cy="431597"/>
          </a:xfrm>
          <a:prstGeom prst="roundRect">
            <a:avLst>
              <a:gd name="adj" fmla="val 12712"/>
            </a:avLst>
          </a:prstGeom>
          <a:solidFill>
            <a:srgbClr val="6B7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798954"/>
            <a:ext cx="12344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40% 以上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167128" y="4842114"/>
            <a:ext cx="5029200" cy="36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もう一歩。解説を読んでから再挑戦してみましょう。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89509"/>
            <a:ext cx="6858000" cy="776874"/>
          </a:xfrm>
          <a:prstGeom prst="roundRect">
            <a:avLst>
              <a:gd name="adj" fmla="val 941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662148"/>
            <a:ext cx="1234440" cy="431597"/>
          </a:xfrm>
          <a:prstGeom prst="roundRect">
            <a:avLst>
              <a:gd name="adj" fmla="val 12712"/>
            </a:avLst>
          </a:prstGeom>
          <a:solidFill>
            <a:srgbClr val="6B7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662148"/>
            <a:ext cx="12344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40% 未満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167128" y="5705307"/>
            <a:ext cx="5029200" cy="36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伸びしろたっぷり。解説を読めば次はきっと上がります。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1572768"/>
            <a:ext cx="3886200" cy="2373782"/>
          </a:xfrm>
          <a:prstGeom prst="roundRect">
            <a:avLst>
              <a:gd name="adj" fmla="val 3082"/>
            </a:avLst>
          </a:prstGeom>
          <a:solidFill>
            <a:srgbClr val="16224A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001000" y="1820936"/>
            <a:ext cx="329184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計算式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2252533"/>
            <a:ext cx="338328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score / QUIZ.length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2792029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表示は「10問中◯問正解」と正答率（％）の2つ。どちらも QUIZ.length から算出する。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26680" y="4194719"/>
            <a:ext cx="3886200" cy="2104034"/>
          </a:xfrm>
          <a:prstGeom prst="roundRect">
            <a:avLst>
              <a:gd name="adj" fmla="val 3477"/>
            </a:avLst>
          </a:prstGeom>
          <a:solidFill>
            <a:srgbClr val="FDECEB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001000" y="4410517"/>
            <a:ext cx="33832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4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やってはいけない書き方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4809744"/>
            <a:ext cx="338328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4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8) ...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5241341"/>
            <a:ext cx="333756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得点の固定値で判定すると、問題数を変えたときに判定基準が壊れる。必ず rate を使う。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設計方針と制約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改修するときに壊してはいけない4つの約束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59087"/>
            <a:ext cx="5394960" cy="2211934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982785"/>
            <a:ext cx="548640" cy="5486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19827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91056" y="2004365"/>
            <a:ext cx="411480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問題数をハードコードしない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684130"/>
            <a:ext cx="47548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「全◯問」・進捗バー・正答率はすべて QUIZ.length から算出する。問題を増減しても QUIZ 以外は無修正で済む状態を保つ。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1659087"/>
            <a:ext cx="5394960" cy="2211934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982785"/>
            <a:ext cx="548640" cy="548640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6248" y="19827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0336" y="2004365"/>
            <a:ext cx="411480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色は :root のCSS変数に集約する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684130"/>
            <a:ext cx="47548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個々のセレクタに色を直書きしない。テーマを変えるときに変更箇所が散らばらないようにする。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140769"/>
            <a:ext cx="5394960" cy="2211934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464467"/>
            <a:ext cx="548640" cy="548640"/>
          </a:xfrm>
          <a:prstGeom prst="ellipse">
            <a:avLst/>
          </a:prstGeom>
          <a:solidFill>
            <a:srgbClr val="C844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446446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91056" y="4486046"/>
            <a:ext cx="411480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 を直接呼ばない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165811"/>
            <a:ext cx="47548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file:// で開くと SecurityError で初期描画ごと落ちる。履歴機能を足す場合は必ずラッパー経由にし、失敗時はメモリへ退避する。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4140769"/>
            <a:ext cx="5394960" cy="2211934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464467"/>
            <a:ext cx="548640" cy="548640"/>
          </a:xfrm>
          <a:prstGeom prst="ellipse">
            <a:avLst/>
          </a:prstGeom>
          <a:solidFill>
            <a:srgbClr val="2434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6248" y="446446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4486046"/>
            <a:ext cx="411480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ビルドツールを使わない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5165811"/>
            <a:ext cx="4754880" cy="102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パッケージマネージャ・フレームワークを導入しない。index.html をダブルクリックすれば動く状態を維持する。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動作確認と今後の拡張候補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自動テストは持たない。ブラウザで実際に通しで解いて確認する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13037"/>
            <a:ext cx="5394960" cy="4639666"/>
          </a:xfrm>
          <a:prstGeom prst="roundRect">
            <a:avLst>
              <a:gd name="adj" fmla="val 1577"/>
            </a:avLst>
          </a:prstGeom>
          <a:solidFill>
            <a:srgbClr val="2434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982785"/>
            <a:ext cx="45720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動作確認の手順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522281"/>
            <a:ext cx="3200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522281"/>
            <a:ext cx="44805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index.html をブラウザで開く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126516"/>
            <a:ext cx="3200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126516"/>
            <a:ext cx="44805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全問正解で「10問中10問正解」になるか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730752"/>
            <a:ext cx="3200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3730752"/>
            <a:ext cx="44805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わざと誤答して ×・解説・スコアが合うか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334988"/>
            <a:ext cx="3200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4334988"/>
            <a:ext cx="44805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進捗バーが10%ずつ進むか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939223"/>
            <a:ext cx="3200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4939223"/>
            <a:ext cx="44805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「もう一度挑戦する」でスコアが戻るか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5543459"/>
            <a:ext cx="3200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5543459"/>
            <a:ext cx="44805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スマホ幅で横スクロールが出ないか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13037"/>
            <a:ext cx="5349240" cy="4639666"/>
          </a:xfrm>
          <a:prstGeom prst="roundRect">
            <a:avLst>
              <a:gd name="adj" fmla="val 1577"/>
            </a:avLst>
          </a:prstGeom>
          <a:solidFill>
            <a:srgbClr val="2434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1982785"/>
            <a:ext cx="45720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拡張候補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522281"/>
            <a:ext cx="32004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2522281"/>
            <a:ext cx="43891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問題のシャッフル出題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2878348"/>
            <a:ext cx="43891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出題順と選択肢の並びを毎回入れ替える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439424"/>
            <a:ext cx="32004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3439424"/>
            <a:ext cx="43891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成績履歴の保存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3795492"/>
            <a:ext cx="43891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ラッパー経由で localStorage に記録する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356567"/>
            <a:ext cx="32004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4356567"/>
            <a:ext cx="43891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Excel／CSV書き出し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4712635"/>
            <a:ext cx="43891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履歴を集計してファイルに出力する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5273711"/>
            <a:ext cx="32004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13448" y="5273711"/>
            <a:ext cx="4389120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制限時間つきモード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5629778"/>
            <a:ext cx="43891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1問ごとの回答時間を計測して表示する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406652"/>
            <a:ext cx="73152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quiz-app 設計書　2026年9月20日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quiz-app 設計書</dc:title>
  <dc:subject>PptxGenJS Presentation</dc:subject>
  <dc:creator>Claude Code</dc:creator>
  <cp:lastModifiedBy>Claude Code</cp:lastModifiedBy>
  <cp:revision>1</cp:revision>
  <dcterms:created xsi:type="dcterms:W3CDTF">2026-09-20T05:19:50Z</dcterms:created>
  <dcterms:modified xsi:type="dcterms:W3CDTF">2026-09-20T05:19:50Z</dcterms:modified>
</cp:coreProperties>
</file>